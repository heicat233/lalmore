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7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66344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00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《移动应用开发及安全》期中开题汇报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附近厕所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57200" y="358444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基于高德地图的公共厕所查询 · 评价 · 导航 App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97196" y="4343400"/>
            <a:ext cx="2194560" cy="0"/>
          </a:xfrm>
          <a:prstGeom prst="line">
            <a:avLst/>
          </a:prstGeom>
          <a:noFill/>
          <a:ln w="3175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177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00200" y="1344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选题背景、项目目标与考核要求对应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600200" y="2194560"/>
            <a:ext cx="9601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00200" y="2304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00200" y="2743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目标用户与功能需求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600200" y="3154680"/>
            <a:ext cx="9601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600200" y="32644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3703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技术选型与总体架构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600200" y="4114800"/>
            <a:ext cx="9601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600200" y="4224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界面设计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0020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设计思路与主要页面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600200" y="5074920"/>
            <a:ext cx="9601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1663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600200" y="51846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团队分工协作与项目管理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60020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两人分工、Git 协作与阶段计划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选题背景：找厕所这件「小事」并不小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566928"/>
          </a:xfrm>
          <a:prstGeom prst="ellipse">
            <a:avLst/>
          </a:prstGeom>
          <a:solidFill>
            <a:srgbClr val="E8F6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98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1887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搜索结果杂乱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09344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地图搜索「厕所」时，结果中常混入商场内部点位、已关闭点位和名称相近的无关地点，需要逐个判断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596896"/>
            <a:ext cx="566928" cy="566928"/>
          </a:xfrm>
          <a:prstGeom prst="ellipse">
            <a:avLst/>
          </a:prstGeom>
          <a:solidFill>
            <a:srgbClr val="E8F6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96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48716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排序不符合真实距离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90779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地图默认按综合权重排序，权重包含热度、等级等因素，「最近的」未必排在最前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895344"/>
            <a:ext cx="566928" cy="566928"/>
          </a:xfrm>
          <a:prstGeom prst="ellipse">
            <a:avLst/>
          </a:prstGeom>
          <a:solidFill>
            <a:srgbClr val="E8F6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95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78561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缺少质量信息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2062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有没有纸、洗手台是公共还是独立、是否有人清理，这些关键信息没有任何平台收录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193792"/>
            <a:ext cx="566928" cy="566928"/>
          </a:xfrm>
          <a:prstGeom prst="ellipse">
            <a:avLst/>
          </a:prstGeom>
          <a:solidFill>
            <a:srgbClr val="E8F6F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193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508406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流程割裂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55046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从「搜到」到「走到」需要在地图、点评等多个应用间切换，急迫场景下体验差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项目目标：搜得到 · 看得懂 · 走得到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184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搜得到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快速找到附近真实可用的公共厕所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定位当前位置，检索 3 公里范围内的公共厕所，并按真实距离由近到远排序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9392" y="132588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E8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6184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53712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提前判断厕所的实际条件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53712" y="28346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用结构化指标与用户评价，呈现厕纸、洗手台、清理除味等关键信息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32588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16184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走得到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75904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一键从详情页走到目的地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5904" y="28346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从厕所详情页直接唤起步行导航，无需在多个应用之间来回切换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E8F6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749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选题意义：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场景虽小，但链路完整，能够覆盖移动应用开发的主要知识点 —— 定位与地图、网络检索、本地数据存储、多界面架构、用户体系与跨应用通信，是一个适合课程大作业的题目。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选题与课程考核要求的对应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752551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考核要求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本项目的落实方式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大作业报告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按设计开发过程撰写，含核心流程与核心代码，附目录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界面设计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采用蓝绿品牌色系，信息层次清晰，兼顾美观与信息密度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演示过程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全流程真机演示，功能可现场复现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程序功能创新性和实用性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结构化指标卡、真实距离排序、无断点导航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数据存储使用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Room 数据库三张表 + SharedPreferences 文件存储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地图定位使用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高德地图定位、周边搜索、Marker 渲染与步行导航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团队协同开发工具使用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 + GitHub，分支开发、PR 评审、规范提交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064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每个功能模块都对应明确的评分点，保证开发不跑题。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需求分析：目标用户与功能需求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108960" cy="4572000"/>
          </a:xfrm>
          <a:prstGeom prst="roundRect">
            <a:avLst>
              <a:gd name="adj" fmla="val 2353"/>
            </a:avLst>
          </a:prstGeom>
          <a:solidFill>
            <a:srgbClr val="E8F6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325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通勤的上班族与学生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户外工作者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带小孩的家庭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402336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共同特点：需求突发、时间紧迫、对位置和可用性要求高。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94760" y="1143000"/>
            <a:ext cx="7936992" cy="1417320"/>
          </a:xfrm>
          <a:prstGeom prst="roundRect">
            <a:avLst>
              <a:gd name="adj" fmla="val 4516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50792" y="1271016"/>
            <a:ext cx="1828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定位与搜索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0" y="1271016"/>
            <a:ext cx="55595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用户定位：获取当前位置并显示城市区县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F2 周边搜索：检索 3 公里内的公共厕所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 距离排序：按球面距离由近到远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F4 地图展示：蓝点定位与 Marker 标注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94760" y="2715768"/>
            <a:ext cx="7936992" cy="1417320"/>
          </a:xfrm>
          <a:prstGeom prst="roundRect">
            <a:avLst>
              <a:gd name="adj" fmla="val 4516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0792" y="2843784"/>
            <a:ext cx="1828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详情与评价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0" y="2843784"/>
            <a:ext cx="55595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F5 厕所详情：基础信息 + 指标 + 评价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F7 发布评价：星级 + 标签 + 三项指标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794760" y="4288536"/>
            <a:ext cx="7936992" cy="1417320"/>
          </a:xfrm>
          <a:prstGeom prst="roundRect">
            <a:avLst>
              <a:gd name="adj" fmla="val 4516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4416552"/>
            <a:ext cx="1828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账号与榜单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0" y="4416552"/>
            <a:ext cx="55595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F6 用户账号：注册、登录与登录态保持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F8 排行榜：好评榜与热评榜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F9 步行导航：深链唤起，支持网页回退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系统设计：技术选型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选型原则：成熟框架优先，不重复造轮子，把精力集中在业务整合与工程质量上。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642823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选择理由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开发语言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Kotlin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官方首推，语法简洁、空安全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Android Studio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Android 官方 IDE，开发调试一体化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地图定位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高德地图 Android SDK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定位、地图、POI 检索、逆地理编码一体化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本地存储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Room（SQLite）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 ORM，编译期校验 SQL，安全可靠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异步处理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Kotlin 协程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避免数据库与网络操作阻塞主线程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版本管理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 + GitHub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满足团队协同开发考核要求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系统设计：总体架构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0FAFA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90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· 榜单 · 我的 · 地图页 · 详情页 · 登录页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490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只负责页面展示与用户交互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4476" y="2560320"/>
            <a:ext cx="0" cy="246888"/>
          </a:xfrm>
          <a:prstGeom prst="line">
            <a:avLst/>
          </a:prstGeom>
          <a:noFill/>
          <a:ln w="317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807208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E8F6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数据仓库层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6557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ToiletRepository（统一数据出口）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9718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统一封装定位、检索、排序、缓存、聚合等流程，供各页面共用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4476" y="4041648"/>
            <a:ext cx="0" cy="246888"/>
          </a:xfrm>
          <a:prstGeom prst="line">
            <a:avLst/>
          </a:prstGeom>
          <a:noFill/>
          <a:ln w="317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4288536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0FAFA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53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946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Room 数据库 · 高德 SDK · SharedPreferences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445312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负责数据持久化与外部服务调用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架构收益：数据来源变化时只需修改仓库层，界面层无需改动；各页面共用同一数据出口，数据一致；职责清晰，便于两人分工。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界面设计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E8F6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采用蓝绿品牌色系，风格统一、辨识度高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信息层次清晰，主流程操作一目了然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兼顾美观与信息密度，减少无效操作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F7F9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设计特色：三格结构化指标卡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041648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展示厕纸供应、洗手台类型、清理除味三项信息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汇总所有评价者的统计结果，而非单条评价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让用户在出发前就能判断厕所的实际条件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0" y="1188720"/>
            <a:ext cx="277063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137160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4768" y="1847088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定位城市 + 搜索入口 + 厕所信息流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188720"/>
            <a:ext cx="277063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0848" y="137160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70848" y="1847088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蓝点定位 + Marker 标注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724912"/>
            <a:ext cx="277063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44768" y="290779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4768" y="338328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 + 指标卡 + 评价列表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2724912"/>
            <a:ext cx="277063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70848" y="290779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70848" y="338328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好评榜与热评榜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4261104"/>
            <a:ext cx="277063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44768" y="4443984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44768" y="4919472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账号信息与我的评价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9680" y="4261104"/>
            <a:ext cx="277063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70848" y="4443984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70848" y="4919472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登录与注册双模式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585216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共六个主要页面：首页、地图页、详情页、榜单页、我的页、登录页。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团队分工协作与项目管理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6692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74904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主要任务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架构与主要开发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架构设计、地图与检索、数据存储、评价与榜单、登录、界面设计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功能开发与测试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部分功能开发、界面适配、测试记录、项目文档与演示脚本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03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本项目由 2 人组成，按模块分工、交叉评审。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0" y="1188720"/>
            <a:ext cx="5330952" cy="2377440"/>
          </a:xfrm>
          <a:prstGeom prst="roundRect">
            <a:avLst>
              <a:gd name="adj" fmla="val 3077"/>
            </a:avLst>
          </a:prstGeom>
          <a:solidFill>
            <a:srgbClr val="E8F6F6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协作方式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184708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托管，主干分支保持可运行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功能在独立分支开发，PR 评审后合并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提交信息统一前缀加中文说明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任务拆分为 Issue 由两人认领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3749040"/>
            <a:ext cx="5330952" cy="1965960"/>
          </a:xfrm>
          <a:prstGeom prst="roundRect">
            <a:avLst>
              <a:gd name="adj" fmla="val 3721"/>
            </a:avLst>
          </a:prstGeom>
          <a:solidFill>
            <a:srgbClr val="F7F9FA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3913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阶段计划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75120" y="43434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1~3 周：选题调研、需求分析、技术选型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4~6 周：环境搭建、地图与定位、周边搜索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7~9 周：详情页、评价与账号、排行榜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10~12 周：界面完善、测试记录、文档与答辩准备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57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48056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恳请老师与同学批评指正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附近厕所项目组</dc:creator>
  <cp:lastModifiedBy>附近厕所项目组</cp:lastModifiedBy>
  <cp:revision>1</cp:revision>
  <dcterms:created xsi:type="dcterms:W3CDTF">2026-10-12T03:11:57Z</dcterms:created>
  <dcterms:modified xsi:type="dcterms:W3CDTF">2026-10-12T03:11:57Z</dcterms:modified>
</cp:coreProperties>
</file>