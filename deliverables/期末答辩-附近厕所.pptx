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66344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《移动应用开发及安全》期末大作业答辩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附近厕所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3364992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9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搜得到 · 看得懂 · 走得到 —— 公共厕所查询 / 评价 / 导航 App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997196" y="4114800"/>
            <a:ext cx="2194560" cy="0"/>
          </a:xfrm>
          <a:prstGeom prst="line">
            <a:avLst/>
          </a:prstGeom>
          <a:noFill/>
          <a:ln w="3175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项目组：【组长姓名】·【成员B】·【成员C】        指导教师：【教师姓名】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答辩人：【组长姓名】  学号：【学号】  ·  2026 年 12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项目概览：三个数字看「附近厕所」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916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3km / 20+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3154680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 3km 圆形检索「公共厕所」，单次可召回 20+ 条结果，按 Haversine 真实距离排序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9392" y="132588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E8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5424" y="16916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表 / 11 项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35424" y="26974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3154680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 v3 三表（厕所/评价/账号）+ SharedPreferences 两级存储；评价含星级/标签/三项指标共 11 个字段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32588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6916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次 / 0 冲突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57616" y="269748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3154680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规范提交 28 次（feat/fix/docs/chore 前缀），feature 分支 + PR 协同，冲突 0 次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一句话定位：一款帮你在陌生环境里「快速找到干净厕所并走到」的本地工具 App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现场演示导览（约 4 分钟）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13832" cy="1389888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1673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定位与首页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App：蓝点定位、城市区名（逆地理编码）、3km 信息流按距离排序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513832" cy="1389888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31673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地图找厕所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金刚区进入地图页：蓝点 + Marker 全景，点 Marker 直达详情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5513832" cy="1389888"/>
          </a:xfrm>
          <a:prstGeom prst="roundRect">
            <a:avLst>
              <a:gd name="adj" fmla="val 5263"/>
            </a:avLst>
          </a:prstGeom>
          <a:solidFill>
            <a:srgbClr val="E8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89504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厕所详情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310128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头图同色联动、信息卡、三格指标卡（纸/洗手台/清理）、大家都在说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761488"/>
            <a:ext cx="5513832" cy="1389888"/>
          </a:xfrm>
          <a:prstGeom prst="roundRect">
            <a:avLst>
              <a:gd name="adj" fmla="val 5263"/>
            </a:avLst>
          </a:prstGeom>
          <a:solidFill>
            <a:srgbClr val="E8F6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889504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发布评价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310128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登录态下打星 + 勾标签 + 填指标 → 发布，指标卡与星级实时更新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5513832" cy="1389888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62272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榜单变化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882896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好评榜/热评榜名次随新评价变化，前三名金银铜奖牌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334256"/>
            <a:ext cx="5513832" cy="1389888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462272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步行导航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882896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一键深链高德导航；未装高德自动回退网页版导航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①：定位与周边搜索的数据流水线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E8F6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混合定位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GPS/WiFi/基站融合，精度约 30m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2148840"/>
            <a:ext cx="1645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137160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96312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逆地理编码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6312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 为空时经纬度→「昆明市·呈贡区」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87952" y="2148840"/>
            <a:ext cx="1645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52544" y="137160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E8F6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43984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 圆形检索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SearchBound(圆心, 3000m) 关键词「公共厕所」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35624" y="2148840"/>
            <a:ext cx="1645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0216" y="137160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91656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Haversine 排序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91656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球面距离升序，误差 &lt; 0.5%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83296" y="2148840"/>
            <a:ext cx="1645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47888" y="137160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E8F6F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39328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 缓存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9328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toilets 表按 uid 覆盖写入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30968" y="2148840"/>
            <a:ext cx="1645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95560" y="1371600"/>
            <a:ext cx="1783080" cy="16002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05288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287000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JOIN 聚合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87000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均分+评价数一条 SQL，防 N+1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337560"/>
            <a:ext cx="11274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为什么自己重算距离？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 POI 返回的默认排序按平台权重，与用户真实步行远近不一致；用 Haversine 球面距离本地重算并升序排序，「附近」才名副其实。地球是球体，平面勾股定理在城市尺度会产生米级以上误差，Haversine 把经纬度视为球面角距换算成弧长，公式：a = sin²(Δφ/2) + cosφ1·cosφ2·sin²(Δλ/2)，d = 2R·atan2(√a, √(1−a))。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代码位置：util/DistanceUtil.kt（Haversine）· util/ToiletRepository.kt（六步流水线单例）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②：点评式信息架构与厕所指标卡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界面设计原则（对应考核点：界面美观与合理）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借鉴大众点评的信息架构，皮肤采用自有蓝绿品牌色系，评分星保留通用琥珀色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= 渐变头部（定位城市+搜索）+ 金刚区三入口 + 四色信息流卡片，避免同色单调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 = 头图与列表卡片同色联动（按 POI id 稳定哈希取色）+ 上叠式信息白卡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ViewBinding + Material 3 组件：BottomNavigation / Chip / ToggleGroup / BottomSheet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188720"/>
            <a:ext cx="4965192" cy="4206240"/>
          </a:xfrm>
          <a:prstGeom prst="roundRect">
            <a:avLst>
              <a:gd name="adj" fmla="val 1957"/>
            </a:avLst>
          </a:prstGeom>
          <a:solidFill>
            <a:srgbClr val="E8F6F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🧻 厕纸供应 · 🚰 洗手台 · 🧹 清理除味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0" y="196596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三格指标卡（购房软件式）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结论行：取最近一条评价的指标（最新使用者反馈最真实）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统计行：x/y 人——所有填写者的占比，单人偏差被稀释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 ToggleGroup 单选，默认已选，零成本填写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数据来源全部为用户评价（UGC），无需官方数据接入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806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此处贴真机截图：首页信息流 / 详情页指标卡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 ③：评价系统与实时榜单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评价数据模型（每条评价 = 11 个字段）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星级 1~5 + 文字内容 + 发布者（userId 外键）+ 时间戳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标签：纸巾充足 / 干净卫生 / 免费 / 好找 / 不用排队（多选，逗号入库）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指标三项：paperStatus / sinkType / cleaned（整型编码，-1 未填）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12344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实时榜单算法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好评榜：均分降序，同分按评价数多者优先（compareByDescending 链）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热评榜：评价条数降序（数据热度）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前三名金/银/铜奖牌徽章；数据源与首页同源（ToiletRepository），发布即变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1274552" cy="1737360"/>
          </a:xfrm>
          <a:prstGeom prst="roundRect">
            <a:avLst>
              <a:gd name="adj" fmla="val 4737"/>
            </a:avLst>
          </a:prstGeom>
          <a:solidFill>
            <a:srgbClr val="E8F6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107259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登录体系（本地账号）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发布评价强制登录（未登录自动跳转登录页）——保证评价可追溯到账号；users 表 username 唯一索引防重复注册；密码以 SHA-256(salt + password) 哈希落库，salt 每用户随机生成（SecureRandom 16 字节），登录时重算比对，数据库泄露也无法直接得到明文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系统架构：三层分离 + Repository 统一数据出口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7F9FA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80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92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HomeFragment · RankingFragment · MineFragment · MapActivity · ToiletDetailActivity · LoginActivity + 3 个 Adapter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26080" y="138074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展示与交互，Fragment 宿主 + BottomNavigation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4476" y="2496312"/>
            <a:ext cx="0" cy="256032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75234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E8F6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数据仓库层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ToiletRepository（object 单例）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8986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→ 逆地理 → POI → 排序 → 缓存 → 聚合的完整流水线；首页/地图/榜单共用，数据永远一致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4014216"/>
            <a:ext cx="0" cy="256032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27024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7F9FA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16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92861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Room（toilets/reviews/users v3）+ 高德 SDK 组合包 + SharedPreferences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44165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持久化、外部 LBS 服务、轻量键值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收益：更换数据源只改 Repository 一层；三条页面共用同一数据出口，杜绝不一致；职责边界清晰支撑小组并行开发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数据存储设计：两级存储，各司其职（10 分考核点）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Room 数据库 toilet.db（v3，结构化数据）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toilets：POI 缓存，主键直接复用高德 POI uid，地图点与库记录一一对应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reviews：评价 + 标签 + 三指标，toiletId/userId 双外键关联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users：本地账号，username 唯一索引防重复注册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 JOIN + GROUP BY + AVG/COUNT 聚合查询：一条 SQL 取回列表所需全部字段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编译期 SQL 校验：Room 在编译阶段检查字段与表名，错误不过夜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0" y="11887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SharedPreferences 文件（轻量会话）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登录态：userId / username / nickname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最近定位：经纬度 + 城市区名（距离计算基准）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搜索历史：8 条上限、去重置顶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本质是 /data/data/包名/shared_prefs/ 下的 XML 文件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4069080"/>
            <a:ext cx="4873752" cy="1554480"/>
          </a:xfrm>
          <a:prstGeom prst="roundRect">
            <a:avLst>
              <a:gd name="adj" fmla="val 5294"/>
            </a:avLst>
          </a:prstGeom>
          <a:solidFill>
            <a:srgbClr val="E8F6F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425196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合理性论证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按数据特征选介质：需要查询/聚合/约束的进数据库，轻量键值进文件；密码加盐不落明文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安全设计：SHA-256 + 每用户随机盐（SecureRandom 16 字节），彩虹表失效；开发期破坏式迁移，正式版规划 Migration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地图定位实现：从「拿到坐标」到「走到门口」（10 分考核点）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13832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44168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隐私合规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updatePrivacyShow/Agree 三 SDK 先行声明，否则定位错误码 12、地图白屏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513832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44168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蓝点图层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1764792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MyLocationStyle 连续定位 2s 间隔，地图上实时蓝点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5513832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2549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单点定位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AMapLocationClient 拿经纬度 → 移动镜头 → 触发周边搜索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715768"/>
            <a:ext cx="5513832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825496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Marker 渲染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3246120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 addMarker，uid↔Marker 双向映射支持点选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97096"/>
            <a:ext cx="5513832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306824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深链导航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727448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amapuri://route/plan 直达高德步行导航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97096"/>
            <a:ext cx="5513832" cy="1298448"/>
          </a:xfrm>
          <a:prstGeom prst="roundRect">
            <a:avLst>
              <a:gd name="adj" fmla="val 5634"/>
            </a:avLst>
          </a:prstGeom>
          <a:solidFill>
            <a:srgbClr val="F7F9FA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06824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网页回退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6520" y="4727448"/>
            <a:ext cx="5056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未装高德捕获异常回退 uri.amap.com，全机型可用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代码位置：ui/MapActivity.kt（地图页全流程）· ToiletApp.kt（隐私合规）· ToiletDetailActivity.navigateOnFoot()（深链）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工程实践：三个真实踩坑与解决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1481328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9844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Duplicate class 冲突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66160" y="129844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问题：三个独立高德包（3dmap/location/search）各自内嵌 com.amap.apis.utils.core.api.* 等相同类，dex 合并直接编译失败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解决：改用官方三合一组合包 3dmap-location-search，版本号内含三个组件版本（11.3.100_loc11.3.000_sea9.8.1）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0" y="129844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构建成功，包体与依赖数下降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11274552" cy="1481328"/>
          </a:xfrm>
          <a:prstGeom prst="roundRect">
            <a:avLst>
              <a:gd name="adj" fmla="val 4938"/>
            </a:avLst>
          </a:prstGeom>
          <a:solidFill>
            <a:srgbClr val="E8F6F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962656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定位成功但城市为空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2962656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问题：纯 GPS 定位模式下 AMapLocation.city 返回空串，界面显示「位置未知」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解决：定位成功后检测 city 为空则调用 GeocodeSearch 逆地理编码，经纬度 → 行政区补齐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2962656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右上角稳定显示「昆明市·呈贡区」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517136"/>
            <a:ext cx="11274552" cy="1481328"/>
          </a:xfrm>
          <a:prstGeom prst="roundRect">
            <a:avLst>
              <a:gd name="adj" fmla="val 4938"/>
            </a:avLst>
          </a:prstGeom>
          <a:solidFill>
            <a:srgbClr val="F7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626864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列表页 N+1 查询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4626864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问题：逐条查询每间厕所的评价均值，20 条结果发起 21 次 SQL，列表明显卡顿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解决：改写为 LEFT JOIN + GROUP BY 聚合查询（ToiletDao.getAllWithStats），一次 SQL 返回全部统计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462686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indent="0" marL="0">
              <a:buNone/>
            </a:pPr>
            <a:r>
              <a:rPr lang="en-US" sz="1200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列表查询次数 21 → 1，刷新流畅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团队协同：Git 全流程管理（10 分考核点）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仓库与流程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仓库：github.com/HeiCat233/lalmore（公开仓库，创新分与星数挂钩）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分支模型：main 保持可运行，功能在 feature/xxx 分支开发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合并机制：Pull Request + 至少 1 名队友 review 留言后 Merge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任务管理：任务拆 Issue 认领（深色模式/收藏/README/测试记录），Project 看板跟踪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冲突纪律：改前先 pull，冲突当面解决；main 任何时刻可编译运行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766560" y="1188720"/>
            <a:ext cx="4965192" cy="3840480"/>
          </a:xfrm>
          <a:prstGeom prst="roundRect">
            <a:avLst>
              <a:gd name="adj" fmla="val 2143"/>
            </a:avLst>
          </a:prstGeom>
          <a:solidFill>
            <a:srgbClr val="F7F9F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371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提交纪律（commit 规范）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40880" y="187452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feat: 新功能（feat: 厕所详情页商家页式重设计）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fix: 修缺陷（fix: 逆地理编码兜底城市名显示）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docs: 文档（docs: 组员认领清单 v2）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chore/refactor: 构建、重构类改动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28 次提交 · 分批提交保持每次可编译 · 期末统一推送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此处贴截图：GitHub Insights 贡献者统计 / PR 合并记录 / commit 历史截图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创新点与展望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13832" cy="1280160"/>
          </a:xfrm>
          <a:prstGeom prst="roundRect">
            <a:avLst>
              <a:gd name="adj" fmla="val 5714"/>
            </a:avLst>
          </a:prstGeom>
          <a:solidFill>
            <a:srgbClr val="E8F6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指标结构化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把「有没有纸/洗手台类型/是否有人清理」做成三格指标卡 + 众人统计，首创性地将购房软件的指标体系迁移到公共设施评价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513832" cy="1280160"/>
          </a:xfrm>
          <a:prstGeom prst="roundRect">
            <a:avLst>
              <a:gd name="adj" fmla="val 5714"/>
            </a:avLst>
          </a:prstGeom>
          <a:solidFill>
            <a:srgbClr val="E8F6F6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3258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距离自算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46520" y="1709928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不信任平台权重，用 Haversine 球面距离本地重算排序，「附近」名副其实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513832" cy="1280160"/>
          </a:xfrm>
          <a:prstGeom prst="roundRect">
            <a:avLst>
              <a:gd name="adj" fmla="val 5714"/>
            </a:avLst>
          </a:prstGeom>
          <a:solidFill>
            <a:srgbClr val="E8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无断点导航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深链直达步行导航 + 未装高德自动回退网页版，0 额外依赖覆盖全机型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513832" cy="1280160"/>
          </a:xfrm>
          <a:prstGeom prst="roundRect">
            <a:avLst>
              <a:gd name="adj" fmla="val 5714"/>
            </a:avLst>
          </a:prstGeom>
          <a:solidFill>
            <a:srgbClr val="E8F6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4320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3127248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搜索结果落库缓存，冷启动秒出列表，断网也能查看最近一次结果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BaaS 实现评价云端共享与账号互通 → 引入厕所实拍图与「即时状态上报」（排队/缺纸）→ 数据库正式 Migration 与 SQLCipher 加密 → 适老化大字模式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个人贡献（20 分考核点：写明具体功能与管理工作）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  <a:gridCol w="3502152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具体功能贡献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管理工作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【组长姓名】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三层架构与 Repository 设计；地图页全流程（定位/POI/Marker/深链导航）；Room v3 三表与 JOIN 聚合；评价与指标体系；登录模块（SHA-256 加盐）；点评式界面重设计；演示数据生成器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组长：任务拆解与 Issue 分派；仓库管理与 PR review；commit 规范制定；答辩材料统筹；进度风险跟踪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【成员B】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深色模式适配（values-night 资源限定符）；收藏功能（数据库迁移实践）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 PR 交叉 review；界面走查反馈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【成员C】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README 项目主页；系统测试记录表（含断网/未授权/未装高德等边界用例）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测试组织；演示脚本与计时；会议记录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佐证材料：GitHub 贡献者统计图 / 各成员 PR 与 commit 明细 / Issue 认领记录（答辩现场展示）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测试情况与总结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000232" y="3291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断网搜索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POI 搜索失败有明确提示，缓存数据仍可浏览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空内容校验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发布空评价被拦截并提示，默认值兜底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重复注册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相同用户名被唯一索引拦截，前端先行查重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未装高德导航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捕获 ActivityNotFoundException，回退网页版导航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真机全流程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realme RMX2202（Android 13+）全功能走查，无崩溃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188720"/>
            <a:ext cx="3959352" cy="3931920"/>
          </a:xfrm>
          <a:prstGeom prst="roundRect">
            <a:avLst>
              <a:gd name="adj" fmla="val 2093"/>
            </a:avLst>
          </a:prstGeom>
          <a:solidFill>
            <a:srgbClr val="E8F6F6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0" y="196596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完成度高：考核点全部落地，真机验证通过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工程规范：28 次规范提交、三层架构、真实踩坑记录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有真实价值：解决高频刚需，可继续迭代为成熟产品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57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48056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欢迎现场体验 · 恳请批评指正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仓库：github.com/HeiCat233/lalmore    ·    演示设备：realme 真机 + 备用录屏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附近厕所项目组</dc:creator>
  <cp:lastModifiedBy>附近厕所项目组</cp:lastModifiedBy>
  <cp:revision>1</cp:revision>
  <dcterms:created xsi:type="dcterms:W3CDTF">2026-10-03T10:26:56Z</dcterms:created>
  <dcterms:modified xsi:type="dcterms:W3CDTF">2026-10-03T10:26:56Z</dcterms:modified>
</cp:coreProperties>
</file>